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1" r:id="rId1"/>
  </p:sldMasterIdLst>
  <p:notesMasterIdLst>
    <p:notesMasterId r:id="rId7"/>
  </p:notesMasterIdLst>
  <p:handoutMasterIdLst>
    <p:handoutMasterId r:id="rId8"/>
  </p:handoutMasterIdLst>
  <p:sldIdLst>
    <p:sldId id="302" r:id="rId2"/>
    <p:sldId id="303" r:id="rId3"/>
    <p:sldId id="312" r:id="rId4"/>
    <p:sldId id="313" r:id="rId5"/>
    <p:sldId id="314" r:id="rId6"/>
  </p:sldIdLst>
  <p:sldSz cx="12192000" cy="6858000"/>
  <p:notesSz cx="9388475" cy="7102475"/>
  <p:defaultTextStyle>
    <a:defPPr rtl="0"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E6FA"/>
    <a:srgbClr val="E6CEF6"/>
    <a:srgbClr val="D50D97"/>
    <a:srgbClr val="DEBFF3"/>
    <a:srgbClr val="FCCDB6"/>
    <a:srgbClr val="D9D9D9"/>
    <a:srgbClr val="004568"/>
    <a:srgbClr val="0074AF"/>
    <a:srgbClr val="00B0F0"/>
    <a:srgbClr val="6EAA2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31990CE-F7D6-4557-949A-04815AE3EE98}" v="40" dt="2025-12-17T03:09:38.9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886" autoAdjust="0"/>
  </p:normalViewPr>
  <p:slideViewPr>
    <p:cSldViewPr snapToGrid="0">
      <p:cViewPr varScale="1">
        <p:scale>
          <a:sx n="90" d="100"/>
          <a:sy n="90" d="100"/>
        </p:scale>
        <p:origin x="355" y="7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2" d="100"/>
        <a:sy n="82" d="100"/>
      </p:scale>
      <p:origin x="0" y="-82"/>
    </p:cViewPr>
  </p:sorterViewPr>
  <p:notesViewPr>
    <p:cSldViewPr snapToGrid="0">
      <p:cViewPr varScale="1">
        <p:scale>
          <a:sx n="109" d="100"/>
          <a:sy n="109" d="100"/>
        </p:scale>
        <p:origin x="2496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ean  Pierre Londoño Gonzalez" userId="0b2ea08cfefb535b" providerId="LiveId" clId="{7DCA7FBE-8F6F-4797-B0A4-FFB5CF1BC05B}"/>
    <pc:docChg chg="undo custSel addSld delSld modSld">
      <pc:chgData name="Jean  Pierre Londoño Gonzalez" userId="0b2ea08cfefb535b" providerId="LiveId" clId="{7DCA7FBE-8F6F-4797-B0A4-FFB5CF1BC05B}" dt="2025-12-17T03:10:58.703" v="391" actId="1037"/>
      <pc:docMkLst>
        <pc:docMk/>
      </pc:docMkLst>
      <pc:sldChg chg="del">
        <pc:chgData name="Jean  Pierre Londoño Gonzalez" userId="0b2ea08cfefb535b" providerId="LiveId" clId="{7DCA7FBE-8F6F-4797-B0A4-FFB5CF1BC05B}" dt="2025-12-17T03:02:34.382" v="211" actId="47"/>
        <pc:sldMkLst>
          <pc:docMk/>
          <pc:sldMk cId="1019813843" sldId="277"/>
        </pc:sldMkLst>
      </pc:sldChg>
      <pc:sldChg chg="del">
        <pc:chgData name="Jean  Pierre Londoño Gonzalez" userId="0b2ea08cfefb535b" providerId="LiveId" clId="{7DCA7FBE-8F6F-4797-B0A4-FFB5CF1BC05B}" dt="2025-12-17T03:02:21.251" v="201" actId="47"/>
        <pc:sldMkLst>
          <pc:docMk/>
          <pc:sldMk cId="897102529" sldId="281"/>
        </pc:sldMkLst>
      </pc:sldChg>
      <pc:sldChg chg="del">
        <pc:chgData name="Jean  Pierre Londoño Gonzalez" userId="0b2ea08cfefb535b" providerId="LiveId" clId="{7DCA7FBE-8F6F-4797-B0A4-FFB5CF1BC05B}" dt="2025-12-17T03:02:27.769" v="208" actId="47"/>
        <pc:sldMkLst>
          <pc:docMk/>
          <pc:sldMk cId="3175588274" sldId="284"/>
        </pc:sldMkLst>
      </pc:sldChg>
      <pc:sldChg chg="del">
        <pc:chgData name="Jean  Pierre Londoño Gonzalez" userId="0b2ea08cfefb535b" providerId="LiveId" clId="{7DCA7FBE-8F6F-4797-B0A4-FFB5CF1BC05B}" dt="2025-12-17T03:02:25.176" v="205" actId="47"/>
        <pc:sldMkLst>
          <pc:docMk/>
          <pc:sldMk cId="2651565385" sldId="285"/>
        </pc:sldMkLst>
      </pc:sldChg>
      <pc:sldChg chg="del">
        <pc:chgData name="Jean  Pierre Londoño Gonzalez" userId="0b2ea08cfefb535b" providerId="LiveId" clId="{7DCA7FBE-8F6F-4797-B0A4-FFB5CF1BC05B}" dt="2025-12-17T03:02:28.800" v="209" actId="47"/>
        <pc:sldMkLst>
          <pc:docMk/>
          <pc:sldMk cId="2727631051" sldId="293"/>
        </pc:sldMkLst>
      </pc:sldChg>
      <pc:sldChg chg="del">
        <pc:chgData name="Jean  Pierre Londoño Gonzalez" userId="0b2ea08cfefb535b" providerId="LiveId" clId="{7DCA7FBE-8F6F-4797-B0A4-FFB5CF1BC05B}" dt="2025-12-17T03:02:26.129" v="206" actId="47"/>
        <pc:sldMkLst>
          <pc:docMk/>
          <pc:sldMk cId="3045569969" sldId="298"/>
        </pc:sldMkLst>
      </pc:sldChg>
      <pc:sldChg chg="del">
        <pc:chgData name="Jean  Pierre Londoño Gonzalez" userId="0b2ea08cfefb535b" providerId="LiveId" clId="{7DCA7FBE-8F6F-4797-B0A4-FFB5CF1BC05B}" dt="2025-12-17T03:02:30.711" v="210" actId="47"/>
        <pc:sldMkLst>
          <pc:docMk/>
          <pc:sldMk cId="4227413579" sldId="299"/>
        </pc:sldMkLst>
      </pc:sldChg>
      <pc:sldChg chg="del">
        <pc:chgData name="Jean  Pierre Londoño Gonzalez" userId="0b2ea08cfefb535b" providerId="LiveId" clId="{7DCA7FBE-8F6F-4797-B0A4-FFB5CF1BC05B}" dt="2025-12-17T03:02:23.487" v="203" actId="47"/>
        <pc:sldMkLst>
          <pc:docMk/>
          <pc:sldMk cId="1194332223" sldId="300"/>
        </pc:sldMkLst>
      </pc:sldChg>
      <pc:sldChg chg="addSp delSp modSp mod">
        <pc:chgData name="Jean  Pierre Londoño Gonzalez" userId="0b2ea08cfefb535b" providerId="LiveId" clId="{7DCA7FBE-8F6F-4797-B0A4-FFB5CF1BC05B}" dt="2025-12-17T02:41:07.149" v="71" actId="207"/>
        <pc:sldMkLst>
          <pc:docMk/>
          <pc:sldMk cId="1990342444" sldId="302"/>
        </pc:sldMkLst>
        <pc:spChg chg="mod">
          <ac:chgData name="Jean  Pierre Londoño Gonzalez" userId="0b2ea08cfefb535b" providerId="LiveId" clId="{7DCA7FBE-8F6F-4797-B0A4-FFB5CF1BC05B}" dt="2025-12-17T02:41:07.149" v="71" actId="207"/>
          <ac:spMkLst>
            <pc:docMk/>
            <pc:sldMk cId="1990342444" sldId="302"/>
            <ac:spMk id="2" creationId="{4888FF20-B131-B23D-93FB-865495828125}"/>
          </ac:spMkLst>
        </pc:spChg>
        <pc:spChg chg="add mod ord">
          <ac:chgData name="Jean  Pierre Londoño Gonzalez" userId="0b2ea08cfefb535b" providerId="LiveId" clId="{7DCA7FBE-8F6F-4797-B0A4-FFB5CF1BC05B}" dt="2025-12-17T02:36:30.867" v="59" actId="207"/>
          <ac:spMkLst>
            <pc:docMk/>
            <pc:sldMk cId="1990342444" sldId="302"/>
            <ac:spMk id="3" creationId="{DC45298E-18BC-60AF-9B07-2BD250AB3191}"/>
          </ac:spMkLst>
        </pc:spChg>
        <pc:spChg chg="mod">
          <ac:chgData name="Jean  Pierre Londoño Gonzalez" userId="0b2ea08cfefb535b" providerId="LiveId" clId="{7DCA7FBE-8F6F-4797-B0A4-FFB5CF1BC05B}" dt="2025-12-17T02:35:50.554" v="56" actId="313"/>
          <ac:spMkLst>
            <pc:docMk/>
            <pc:sldMk cId="1990342444" sldId="302"/>
            <ac:spMk id="7" creationId="{7EC4AE1F-8D15-EADF-65D6-E3824FAB69A1}"/>
          </ac:spMkLst>
        </pc:spChg>
        <pc:spChg chg="mod">
          <ac:chgData name="Jean  Pierre Londoño Gonzalez" userId="0b2ea08cfefb535b" providerId="LiveId" clId="{7DCA7FBE-8F6F-4797-B0A4-FFB5CF1BC05B}" dt="2025-12-17T02:38:43.684" v="67" actId="207"/>
          <ac:spMkLst>
            <pc:docMk/>
            <pc:sldMk cId="1990342444" sldId="302"/>
            <ac:spMk id="10" creationId="{F3707B70-8ED3-F26B-FCEC-D9277368FE0E}"/>
          </ac:spMkLst>
        </pc:spChg>
        <pc:spChg chg="mod">
          <ac:chgData name="Jean  Pierre Londoño Gonzalez" userId="0b2ea08cfefb535b" providerId="LiveId" clId="{7DCA7FBE-8F6F-4797-B0A4-FFB5CF1BC05B}" dt="2025-12-17T02:40:32.437" v="69" actId="14100"/>
          <ac:spMkLst>
            <pc:docMk/>
            <pc:sldMk cId="1990342444" sldId="302"/>
            <ac:spMk id="11" creationId="{082BC97E-E471-B157-1698-DF8ADE25AA21}"/>
          </ac:spMkLst>
        </pc:spChg>
        <pc:spChg chg="mod">
          <ac:chgData name="Jean  Pierre Londoño Gonzalez" userId="0b2ea08cfefb535b" providerId="LiveId" clId="{7DCA7FBE-8F6F-4797-B0A4-FFB5CF1BC05B}" dt="2025-12-17T02:40:24.529" v="68" actId="14100"/>
          <ac:spMkLst>
            <pc:docMk/>
            <pc:sldMk cId="1990342444" sldId="302"/>
            <ac:spMk id="12" creationId="{B422CDDE-D38F-5983-4DB5-4B250A04D441}"/>
          </ac:spMkLst>
        </pc:spChg>
        <pc:spChg chg="mod">
          <ac:chgData name="Jean  Pierre Londoño Gonzalez" userId="0b2ea08cfefb535b" providerId="LiveId" clId="{7DCA7FBE-8F6F-4797-B0A4-FFB5CF1BC05B}" dt="2025-12-17T02:40:47.251" v="70" actId="403"/>
          <ac:spMkLst>
            <pc:docMk/>
            <pc:sldMk cId="1990342444" sldId="302"/>
            <ac:spMk id="13" creationId="{9B9B6C19-FD9D-9C8F-678F-DB650DBB9D95}"/>
          </ac:spMkLst>
        </pc:spChg>
        <pc:picChg chg="del">
          <ac:chgData name="Jean  Pierre Londoño Gonzalez" userId="0b2ea08cfefb535b" providerId="LiveId" clId="{7DCA7FBE-8F6F-4797-B0A4-FFB5CF1BC05B}" dt="2025-12-17T02:32:41.414" v="11" actId="478"/>
          <ac:picMkLst>
            <pc:docMk/>
            <pc:sldMk cId="1990342444" sldId="302"/>
            <ac:picMk id="4" creationId="{C798F959-3F9D-9F65-A0A4-60305325F656}"/>
          </ac:picMkLst>
        </pc:picChg>
        <pc:picChg chg="del mod">
          <ac:chgData name="Jean  Pierre Londoño Gonzalez" userId="0b2ea08cfefb535b" providerId="LiveId" clId="{7DCA7FBE-8F6F-4797-B0A4-FFB5CF1BC05B}" dt="2025-12-17T02:35:19.526" v="26" actId="478"/>
          <ac:picMkLst>
            <pc:docMk/>
            <pc:sldMk cId="1990342444" sldId="302"/>
            <ac:picMk id="6" creationId="{A138A576-D250-06BF-6727-33BCD7FA6B82}"/>
          </ac:picMkLst>
        </pc:picChg>
        <pc:picChg chg="add mod">
          <ac:chgData name="Jean  Pierre Londoño Gonzalez" userId="0b2ea08cfefb535b" providerId="LiveId" clId="{7DCA7FBE-8F6F-4797-B0A4-FFB5CF1BC05B}" dt="2025-12-17T02:32:29.922" v="10" actId="1076"/>
          <ac:picMkLst>
            <pc:docMk/>
            <pc:sldMk cId="1990342444" sldId="302"/>
            <ac:picMk id="1026" creationId="{DE403850-690C-2FA2-42D3-7A3F6AFC4981}"/>
          </ac:picMkLst>
        </pc:picChg>
        <pc:picChg chg="del">
          <ac:chgData name="Jean  Pierre Londoño Gonzalez" userId="0b2ea08cfefb535b" providerId="LiveId" clId="{7DCA7FBE-8F6F-4797-B0A4-FFB5CF1BC05B}" dt="2025-12-17T02:32:23.785" v="7" actId="478"/>
          <ac:picMkLst>
            <pc:docMk/>
            <pc:sldMk cId="1990342444" sldId="302"/>
            <ac:picMk id="2050" creationId="{C1E16989-04F5-975B-962E-A4ACC9325B3F}"/>
          </ac:picMkLst>
        </pc:picChg>
      </pc:sldChg>
      <pc:sldChg chg="addSp delSp modSp mod">
        <pc:chgData name="Jean  Pierre Londoño Gonzalez" userId="0b2ea08cfefb535b" providerId="LiveId" clId="{7DCA7FBE-8F6F-4797-B0A4-FFB5CF1BC05B}" dt="2025-12-17T03:10:58.703" v="391" actId="1037"/>
        <pc:sldMkLst>
          <pc:docMk/>
          <pc:sldMk cId="32304459" sldId="303"/>
        </pc:sldMkLst>
        <pc:spChg chg="mod">
          <ac:chgData name="Jean  Pierre Londoño Gonzalez" userId="0b2ea08cfefb535b" providerId="LiveId" clId="{7DCA7FBE-8F6F-4797-B0A4-FFB5CF1BC05B}" dt="2025-12-17T02:47:27.897" v="133" actId="122"/>
          <ac:spMkLst>
            <pc:docMk/>
            <pc:sldMk cId="32304459" sldId="303"/>
            <ac:spMk id="6" creationId="{8ACF5419-00D3-6DF2-8F11-D8288C85CCB5}"/>
          </ac:spMkLst>
        </pc:spChg>
        <pc:spChg chg="del">
          <ac:chgData name="Jean  Pierre Londoño Gonzalez" userId="0b2ea08cfefb535b" providerId="LiveId" clId="{7DCA7FBE-8F6F-4797-B0A4-FFB5CF1BC05B}" dt="2025-12-17T02:42:15.841" v="80" actId="478"/>
          <ac:spMkLst>
            <pc:docMk/>
            <pc:sldMk cId="32304459" sldId="303"/>
            <ac:spMk id="7" creationId="{E442B4B4-857A-F0CA-F526-ABC7CB9E99D3}"/>
          </ac:spMkLst>
        </pc:spChg>
        <pc:spChg chg="mod">
          <ac:chgData name="Jean  Pierre Londoño Gonzalez" userId="0b2ea08cfefb535b" providerId="LiveId" clId="{7DCA7FBE-8F6F-4797-B0A4-FFB5CF1BC05B}" dt="2025-12-17T02:46:24.942" v="124" actId="14100"/>
          <ac:spMkLst>
            <pc:docMk/>
            <pc:sldMk cId="32304459" sldId="303"/>
            <ac:spMk id="9" creationId="{FA9EE949-3CA6-7F2A-CCB5-D1E34E5B91E8}"/>
          </ac:spMkLst>
        </pc:spChg>
        <pc:spChg chg="add del">
          <ac:chgData name="Jean  Pierre Londoño Gonzalez" userId="0b2ea08cfefb535b" providerId="LiveId" clId="{7DCA7FBE-8F6F-4797-B0A4-FFB5CF1BC05B}" dt="2025-12-17T02:49:42.245" v="140" actId="22"/>
          <ac:spMkLst>
            <pc:docMk/>
            <pc:sldMk cId="32304459" sldId="303"/>
            <ac:spMk id="12" creationId="{597A9E5E-1DDC-0061-90E1-B992F0723D83}"/>
          </ac:spMkLst>
        </pc:spChg>
        <pc:spChg chg="add del mod">
          <ac:chgData name="Jean  Pierre Londoño Gonzalez" userId="0b2ea08cfefb535b" providerId="LiveId" clId="{7DCA7FBE-8F6F-4797-B0A4-FFB5CF1BC05B}" dt="2025-12-17T02:55:15.658" v="145" actId="478"/>
          <ac:spMkLst>
            <pc:docMk/>
            <pc:sldMk cId="32304459" sldId="303"/>
            <ac:spMk id="14" creationId="{D6435DD2-D249-C36E-7722-5C876B934035}"/>
          </ac:spMkLst>
        </pc:spChg>
        <pc:picChg chg="mod ord">
          <ac:chgData name="Jean  Pierre Londoño Gonzalez" userId="0b2ea08cfefb535b" providerId="LiveId" clId="{7DCA7FBE-8F6F-4797-B0A4-FFB5CF1BC05B}" dt="2025-12-17T02:46:10.747" v="123" actId="14100"/>
          <ac:picMkLst>
            <pc:docMk/>
            <pc:sldMk cId="32304459" sldId="303"/>
            <ac:picMk id="3" creationId="{CCC20968-C3F5-9635-B3E2-BEEEA16AC3CB}"/>
          </ac:picMkLst>
        </pc:picChg>
        <pc:picChg chg="add mod">
          <ac:chgData name="Jean  Pierre Londoño Gonzalez" userId="0b2ea08cfefb535b" providerId="LiveId" clId="{7DCA7FBE-8F6F-4797-B0A4-FFB5CF1BC05B}" dt="2025-12-17T02:44:12.865" v="99" actId="166"/>
          <ac:picMkLst>
            <pc:docMk/>
            <pc:sldMk cId="32304459" sldId="303"/>
            <ac:picMk id="4" creationId="{6851FB60-2E81-6C04-98F1-3D7B52D8B19F}"/>
          </ac:picMkLst>
        </pc:picChg>
        <pc:picChg chg="add del mod">
          <ac:chgData name="Jean  Pierre Londoño Gonzalez" userId="0b2ea08cfefb535b" providerId="LiveId" clId="{7DCA7FBE-8F6F-4797-B0A4-FFB5CF1BC05B}" dt="2025-12-17T03:01:10.039" v="194" actId="478"/>
          <ac:picMkLst>
            <pc:docMk/>
            <pc:sldMk cId="32304459" sldId="303"/>
            <ac:picMk id="5" creationId="{7D6CD016-A995-D116-3058-40656A9D6DDB}"/>
          </ac:picMkLst>
        </pc:picChg>
        <pc:picChg chg="add del mod">
          <ac:chgData name="Jean  Pierre Londoño Gonzalez" userId="0b2ea08cfefb535b" providerId="LiveId" clId="{7DCA7FBE-8F6F-4797-B0A4-FFB5CF1BC05B}" dt="2025-12-17T02:56:03.865" v="150" actId="478"/>
          <ac:picMkLst>
            <pc:docMk/>
            <pc:sldMk cId="32304459" sldId="303"/>
            <ac:picMk id="7" creationId="{8808DB65-518D-0ADC-2DD1-F72EA812AC9F}"/>
          </ac:picMkLst>
        </pc:picChg>
        <pc:picChg chg="add del mod">
          <ac:chgData name="Jean  Pierre Londoño Gonzalez" userId="0b2ea08cfefb535b" providerId="LiveId" clId="{7DCA7FBE-8F6F-4797-B0A4-FFB5CF1BC05B}" dt="2025-12-17T03:00:28.058" v="175" actId="478"/>
          <ac:picMkLst>
            <pc:docMk/>
            <pc:sldMk cId="32304459" sldId="303"/>
            <ac:picMk id="8" creationId="{49C60E3D-866C-0F85-07D6-C720AF9FCB56}"/>
          </ac:picMkLst>
        </pc:picChg>
        <pc:picChg chg="del">
          <ac:chgData name="Jean  Pierre Londoño Gonzalez" userId="0b2ea08cfefb535b" providerId="LiveId" clId="{7DCA7FBE-8F6F-4797-B0A4-FFB5CF1BC05B}" dt="2025-12-17T02:41:38.927" v="74" actId="478"/>
          <ac:picMkLst>
            <pc:docMk/>
            <pc:sldMk cId="32304459" sldId="303"/>
            <ac:picMk id="8" creationId="{9FC3E6DC-4058-FB63-2E78-DFFB901BBCBB}"/>
          </ac:picMkLst>
        </pc:picChg>
        <pc:picChg chg="add del mod">
          <ac:chgData name="Jean  Pierre Londoño Gonzalez" userId="0b2ea08cfefb535b" providerId="LiveId" clId="{7DCA7FBE-8F6F-4797-B0A4-FFB5CF1BC05B}" dt="2025-12-17T02:59:31.123" v="158" actId="478"/>
          <ac:picMkLst>
            <pc:docMk/>
            <pc:sldMk cId="32304459" sldId="303"/>
            <ac:picMk id="10" creationId="{49053266-4E5E-687C-D9A2-27AF9AAB3DEC}"/>
          </ac:picMkLst>
        </pc:picChg>
        <pc:picChg chg="add mod">
          <ac:chgData name="Jean  Pierre Londoño Gonzalez" userId="0b2ea08cfefb535b" providerId="LiveId" clId="{7DCA7FBE-8F6F-4797-B0A4-FFB5CF1BC05B}" dt="2025-12-17T03:00:38.919" v="193" actId="1038"/>
          <ac:picMkLst>
            <pc:docMk/>
            <pc:sldMk cId="32304459" sldId="303"/>
            <ac:picMk id="12" creationId="{E10696BB-5729-8F84-A214-D340E67AD287}"/>
          </ac:picMkLst>
        </pc:picChg>
        <pc:picChg chg="add mod modCrop">
          <ac:chgData name="Jean  Pierre Londoño Gonzalez" userId="0b2ea08cfefb535b" providerId="LiveId" clId="{7DCA7FBE-8F6F-4797-B0A4-FFB5CF1BC05B}" dt="2025-12-17T03:09:33.240" v="369" actId="1076"/>
          <ac:picMkLst>
            <pc:docMk/>
            <pc:sldMk cId="32304459" sldId="303"/>
            <ac:picMk id="13" creationId="{8E953323-2C4D-A3DB-163C-602A077E24F5}"/>
          </ac:picMkLst>
        </pc:picChg>
        <pc:picChg chg="add mod modCrop">
          <ac:chgData name="Jean  Pierre Londoño Gonzalez" userId="0b2ea08cfefb535b" providerId="LiveId" clId="{7DCA7FBE-8F6F-4797-B0A4-FFB5CF1BC05B}" dt="2025-12-17T03:10:58.703" v="391" actId="1037"/>
          <ac:picMkLst>
            <pc:docMk/>
            <pc:sldMk cId="32304459" sldId="303"/>
            <ac:picMk id="14" creationId="{A7118D90-8A4F-0C71-F45B-31DEFA4629E1}"/>
          </ac:picMkLst>
        </pc:picChg>
        <pc:picChg chg="add mod modCrop">
          <ac:chgData name="Jean  Pierre Londoño Gonzalez" userId="0b2ea08cfefb535b" providerId="LiveId" clId="{7DCA7FBE-8F6F-4797-B0A4-FFB5CF1BC05B}" dt="2025-12-17T03:10:53.755" v="390" actId="1038"/>
          <ac:picMkLst>
            <pc:docMk/>
            <pc:sldMk cId="32304459" sldId="303"/>
            <ac:picMk id="15" creationId="{84BFB8E9-810A-7640-959F-AC4D402813A5}"/>
          </ac:picMkLst>
        </pc:picChg>
        <pc:picChg chg="add mod modCrop">
          <ac:chgData name="Jean  Pierre Londoño Gonzalez" userId="0b2ea08cfefb535b" providerId="LiveId" clId="{7DCA7FBE-8F6F-4797-B0A4-FFB5CF1BC05B}" dt="2025-12-17T03:10:38.049" v="386" actId="1076"/>
          <ac:picMkLst>
            <pc:docMk/>
            <pc:sldMk cId="32304459" sldId="303"/>
            <ac:picMk id="16" creationId="{45B32AC7-6724-D2AF-E192-E3B87F0ABC95}"/>
          </ac:picMkLst>
        </pc:picChg>
        <pc:picChg chg="add del mod">
          <ac:chgData name="Jean  Pierre Londoño Gonzalez" userId="0b2ea08cfefb535b" providerId="LiveId" clId="{7DCA7FBE-8F6F-4797-B0A4-FFB5CF1BC05B}" dt="2025-12-17T02:45:25.856" v="112" actId="478"/>
          <ac:picMkLst>
            <pc:docMk/>
            <pc:sldMk cId="32304459" sldId="303"/>
            <ac:picMk id="2050" creationId="{66B292E2-D161-1A7F-B7BC-829F4062DEC7}"/>
          </ac:picMkLst>
        </pc:picChg>
        <pc:picChg chg="del">
          <ac:chgData name="Jean  Pierre Londoño Gonzalez" userId="0b2ea08cfefb535b" providerId="LiveId" clId="{7DCA7FBE-8F6F-4797-B0A4-FFB5CF1BC05B}" dt="2025-12-17T02:43:15.416" v="89" actId="478"/>
          <ac:picMkLst>
            <pc:docMk/>
            <pc:sldMk cId="32304459" sldId="303"/>
            <ac:picMk id="3078" creationId="{50E06B0D-3886-B8F5-98BE-A5A8850B762A}"/>
          </ac:picMkLst>
        </pc:picChg>
      </pc:sldChg>
      <pc:sldChg chg="del">
        <pc:chgData name="Jean  Pierre Londoño Gonzalez" userId="0b2ea08cfefb535b" providerId="LiveId" clId="{7DCA7FBE-8F6F-4797-B0A4-FFB5CF1BC05B}" dt="2025-12-17T03:02:26.969" v="207" actId="47"/>
        <pc:sldMkLst>
          <pc:docMk/>
          <pc:sldMk cId="2420555953" sldId="304"/>
        </pc:sldMkLst>
      </pc:sldChg>
      <pc:sldChg chg="del">
        <pc:chgData name="Jean  Pierre Londoño Gonzalez" userId="0b2ea08cfefb535b" providerId="LiveId" clId="{7DCA7FBE-8F6F-4797-B0A4-FFB5CF1BC05B}" dt="2025-12-17T03:02:24.307" v="204" actId="47"/>
        <pc:sldMkLst>
          <pc:docMk/>
          <pc:sldMk cId="2404154246" sldId="305"/>
        </pc:sldMkLst>
      </pc:sldChg>
      <pc:sldChg chg="del">
        <pc:chgData name="Jean  Pierre Londoño Gonzalez" userId="0b2ea08cfefb535b" providerId="LiveId" clId="{7DCA7FBE-8F6F-4797-B0A4-FFB5CF1BC05B}" dt="2025-12-17T03:02:22.489" v="202" actId="47"/>
        <pc:sldMkLst>
          <pc:docMk/>
          <pc:sldMk cId="1858528785" sldId="306"/>
        </pc:sldMkLst>
      </pc:sldChg>
      <pc:sldChg chg="del">
        <pc:chgData name="Jean  Pierre Londoño Gonzalez" userId="0b2ea08cfefb535b" providerId="LiveId" clId="{7DCA7FBE-8F6F-4797-B0A4-FFB5CF1BC05B}" dt="2025-12-17T03:02:20.642" v="200" actId="47"/>
        <pc:sldMkLst>
          <pc:docMk/>
          <pc:sldMk cId="3715218370" sldId="307"/>
        </pc:sldMkLst>
      </pc:sldChg>
      <pc:sldChg chg="del">
        <pc:chgData name="Jean  Pierre Londoño Gonzalez" userId="0b2ea08cfefb535b" providerId="LiveId" clId="{7DCA7FBE-8F6F-4797-B0A4-FFB5CF1BC05B}" dt="2025-12-17T03:02:19.932" v="199" actId="47"/>
        <pc:sldMkLst>
          <pc:docMk/>
          <pc:sldMk cId="2857382162" sldId="308"/>
        </pc:sldMkLst>
      </pc:sldChg>
      <pc:sldChg chg="del">
        <pc:chgData name="Jean  Pierre Londoño Gonzalez" userId="0b2ea08cfefb535b" providerId="LiveId" clId="{7DCA7FBE-8F6F-4797-B0A4-FFB5CF1BC05B}" dt="2025-12-17T03:02:19.226" v="198" actId="47"/>
        <pc:sldMkLst>
          <pc:docMk/>
          <pc:sldMk cId="1401646663" sldId="309"/>
        </pc:sldMkLst>
      </pc:sldChg>
      <pc:sldChg chg="del">
        <pc:chgData name="Jean  Pierre Londoño Gonzalez" userId="0b2ea08cfefb535b" providerId="LiveId" clId="{7DCA7FBE-8F6F-4797-B0A4-FFB5CF1BC05B}" dt="2025-12-17T03:02:18.508" v="197" actId="47"/>
        <pc:sldMkLst>
          <pc:docMk/>
          <pc:sldMk cId="1364112932" sldId="310"/>
        </pc:sldMkLst>
      </pc:sldChg>
      <pc:sldChg chg="del">
        <pc:chgData name="Jean  Pierre Londoño Gonzalez" userId="0b2ea08cfefb535b" providerId="LiveId" clId="{7DCA7FBE-8F6F-4797-B0A4-FFB5CF1BC05B}" dt="2025-12-17T03:02:17.917" v="196" actId="47"/>
        <pc:sldMkLst>
          <pc:docMk/>
          <pc:sldMk cId="1258009673" sldId="311"/>
        </pc:sldMkLst>
      </pc:sldChg>
      <pc:sldChg chg="addSp delSp modSp add mod">
        <pc:chgData name="Jean  Pierre Londoño Gonzalez" userId="0b2ea08cfefb535b" providerId="LiveId" clId="{7DCA7FBE-8F6F-4797-B0A4-FFB5CF1BC05B}" dt="2025-12-17T03:07:28.143" v="257" actId="20577"/>
        <pc:sldMkLst>
          <pc:docMk/>
          <pc:sldMk cId="2130337315" sldId="312"/>
        </pc:sldMkLst>
        <pc:spChg chg="add del">
          <ac:chgData name="Jean  Pierre Londoño Gonzalez" userId="0b2ea08cfefb535b" providerId="LiveId" clId="{7DCA7FBE-8F6F-4797-B0A4-FFB5CF1BC05B}" dt="2025-12-17T03:05:27.679" v="213" actId="478"/>
          <ac:spMkLst>
            <pc:docMk/>
            <pc:sldMk cId="2130337315" sldId="312"/>
            <ac:spMk id="5" creationId="{AF5679C2-4CA8-9E80-B9D4-6AA4B91DF418}"/>
          </ac:spMkLst>
        </pc:spChg>
        <pc:spChg chg="mod">
          <ac:chgData name="Jean  Pierre Londoño Gonzalez" userId="0b2ea08cfefb535b" providerId="LiveId" clId="{7DCA7FBE-8F6F-4797-B0A4-FFB5CF1BC05B}" dt="2025-12-17T03:07:28.143" v="257" actId="20577"/>
          <ac:spMkLst>
            <pc:docMk/>
            <pc:sldMk cId="2130337315" sldId="312"/>
            <ac:spMk id="6" creationId="{EE633B75-8DAD-CB81-A76C-7A14DE912355}"/>
          </ac:spMkLst>
        </pc:spChg>
        <pc:spChg chg="add">
          <ac:chgData name="Jean  Pierre Londoño Gonzalez" userId="0b2ea08cfefb535b" providerId="LiveId" clId="{7DCA7FBE-8F6F-4797-B0A4-FFB5CF1BC05B}" dt="2025-12-17T03:05:33.057" v="214"/>
          <ac:spMkLst>
            <pc:docMk/>
            <pc:sldMk cId="2130337315" sldId="312"/>
            <ac:spMk id="7" creationId="{09F88BFD-105D-F30E-1FC4-9207A00BD31B}"/>
          </ac:spMkLst>
        </pc:spChg>
        <pc:picChg chg="add del mod">
          <ac:chgData name="Jean  Pierre Londoño Gonzalez" userId="0b2ea08cfefb535b" providerId="LiveId" clId="{7DCA7FBE-8F6F-4797-B0A4-FFB5CF1BC05B}" dt="2025-12-17T03:06:00.852" v="221" actId="478"/>
          <ac:picMkLst>
            <pc:docMk/>
            <pc:sldMk cId="2130337315" sldId="312"/>
            <ac:picMk id="10" creationId="{0E5D7FC7-2287-6230-4072-B13A6122C14E}"/>
          </ac:picMkLst>
        </pc:picChg>
        <pc:picChg chg="del">
          <ac:chgData name="Jean  Pierre Londoño Gonzalez" userId="0b2ea08cfefb535b" providerId="LiveId" clId="{7DCA7FBE-8F6F-4797-B0A4-FFB5CF1BC05B}" dt="2025-12-17T03:07:02.886" v="222" actId="478"/>
          <ac:picMkLst>
            <pc:docMk/>
            <pc:sldMk cId="2130337315" sldId="312"/>
            <ac:picMk id="12" creationId="{D47657EE-D0F8-95BC-3ABF-E7D4C81DFB2A}"/>
          </ac:picMkLst>
        </pc:picChg>
      </pc:sldChg>
      <pc:sldChg chg="modSp add mod">
        <pc:chgData name="Jean  Pierre Londoño Gonzalez" userId="0b2ea08cfefb535b" providerId="LiveId" clId="{7DCA7FBE-8F6F-4797-B0A4-FFB5CF1BC05B}" dt="2025-12-17T03:07:48.674" v="291" actId="20577"/>
        <pc:sldMkLst>
          <pc:docMk/>
          <pc:sldMk cId="1180953037" sldId="313"/>
        </pc:sldMkLst>
        <pc:spChg chg="mod">
          <ac:chgData name="Jean  Pierre Londoño Gonzalez" userId="0b2ea08cfefb535b" providerId="LiveId" clId="{7DCA7FBE-8F6F-4797-B0A4-FFB5CF1BC05B}" dt="2025-12-17T03:07:48.674" v="291" actId="20577"/>
          <ac:spMkLst>
            <pc:docMk/>
            <pc:sldMk cId="1180953037" sldId="313"/>
            <ac:spMk id="6" creationId="{6353EDAB-E3ED-F9C2-7093-AA5F8553F169}"/>
          </ac:spMkLst>
        </pc:spChg>
      </pc:sldChg>
      <pc:sldChg chg="modSp add mod">
        <pc:chgData name="Jean  Pierre Londoño Gonzalez" userId="0b2ea08cfefb535b" providerId="LiveId" clId="{7DCA7FBE-8F6F-4797-B0A4-FFB5CF1BC05B}" dt="2025-12-17T03:08:16.890" v="362" actId="20577"/>
        <pc:sldMkLst>
          <pc:docMk/>
          <pc:sldMk cId="513258648" sldId="314"/>
        </pc:sldMkLst>
        <pc:spChg chg="mod">
          <ac:chgData name="Jean  Pierre Londoño Gonzalez" userId="0b2ea08cfefb535b" providerId="LiveId" clId="{7DCA7FBE-8F6F-4797-B0A4-FFB5CF1BC05B}" dt="2025-12-17T03:08:16.890" v="362" actId="20577"/>
          <ac:spMkLst>
            <pc:docMk/>
            <pc:sldMk cId="513258648" sldId="314"/>
            <ac:spMk id="6" creationId="{72D77489-65C2-512E-F3AD-CF18B8ADEA22}"/>
          </ac:spMkLst>
        </pc:spChg>
      </pc:sldChg>
      <pc:sldMasterChg chg="delSldLayout">
        <pc:chgData name="Jean  Pierre Londoño Gonzalez" userId="0b2ea08cfefb535b" providerId="LiveId" clId="{7DCA7FBE-8F6F-4797-B0A4-FFB5CF1BC05B}" dt="2025-12-17T03:02:34.382" v="211" actId="47"/>
        <pc:sldMasterMkLst>
          <pc:docMk/>
          <pc:sldMasterMk cId="1071799329" sldId="2147483671"/>
        </pc:sldMasterMkLst>
        <pc:sldLayoutChg chg="del">
          <pc:chgData name="Jean  Pierre Londoño Gonzalez" userId="0b2ea08cfefb535b" providerId="LiveId" clId="{7DCA7FBE-8F6F-4797-B0A4-FFB5CF1BC05B}" dt="2025-12-17T03:02:34.382" v="211" actId="47"/>
          <pc:sldLayoutMkLst>
            <pc:docMk/>
            <pc:sldMasterMk cId="1071799329" sldId="2147483671"/>
            <pc:sldLayoutMk cId="2062543769" sldId="2147483677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encabezado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068339" cy="356357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l">
              <a:defRPr sz="1200"/>
            </a:lvl1pPr>
          </a:lstStyle>
          <a:p>
            <a:pPr rtl="0"/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5317963" y="1"/>
            <a:ext cx="4068339" cy="356357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r">
              <a:defRPr sz="1200"/>
            </a:lvl1pPr>
          </a:lstStyle>
          <a:p>
            <a:pPr rtl="0"/>
            <a:fld id="{59D80D25-B206-4F2F-A0E5-FE69FB35D407}" type="datetime1">
              <a:rPr lang="es-ES" smtClean="0"/>
              <a:t>16/12/2025</a:t>
            </a:fld>
            <a:endParaRPr lang="es-ES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6746119"/>
            <a:ext cx="4068339" cy="356356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l">
              <a:defRPr sz="1200"/>
            </a:lvl1pPr>
          </a:lstStyle>
          <a:p>
            <a:pPr rtl="0"/>
            <a:endParaRPr lang="es-ES"/>
          </a:p>
        </p:txBody>
      </p:sp>
      <p:sp>
        <p:nvSpPr>
          <p:cNvPr id="5" name="Marcador de posición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5317963" y="6746119"/>
            <a:ext cx="4068339" cy="356356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r">
              <a:defRPr sz="1200"/>
            </a:lvl1pPr>
          </a:lstStyle>
          <a:p>
            <a:pPr rtl="0"/>
            <a:fld id="{DBAA5490-FD59-4087-AC7E-016E8A4124C4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9109266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posición de encabezado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4068339" cy="356357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l">
              <a:defRPr sz="1200"/>
            </a:lvl1pPr>
          </a:lstStyle>
          <a:p>
            <a:pPr rtl="0"/>
            <a:endParaRPr lang="es-ES" noProof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5317963" y="1"/>
            <a:ext cx="4068339" cy="356357"/>
          </a:xfrm>
          <a:prstGeom prst="rect">
            <a:avLst/>
          </a:prstGeom>
        </p:spPr>
        <p:txBody>
          <a:bodyPr vert="horz" lIns="94229" tIns="47114" rIns="94229" bIns="47114" rtlCol="0"/>
          <a:lstStyle>
            <a:lvl1pPr algn="r">
              <a:defRPr sz="1200"/>
            </a:lvl1pPr>
          </a:lstStyle>
          <a:p>
            <a:fld id="{3FA2C1CB-B05A-44AD-87CD-C326C038F977}" type="datetime1">
              <a:rPr lang="es-ES" smtClean="0"/>
              <a:pPr/>
              <a:t>16/12/2025</a:t>
            </a:fld>
            <a:endParaRPr lang="es-E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563813" y="887413"/>
            <a:ext cx="4260850" cy="23971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229" tIns="47114" rIns="94229" bIns="47114" rtlCol="0" anchor="ctr"/>
          <a:lstStyle/>
          <a:p>
            <a:pPr rtl="0"/>
            <a:endParaRPr lang="es-ES" noProof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938848" y="3418066"/>
            <a:ext cx="7510780" cy="2796600"/>
          </a:xfrm>
          <a:prstGeom prst="rect">
            <a:avLst/>
          </a:prstGeom>
        </p:spPr>
        <p:txBody>
          <a:bodyPr vert="horz" lIns="94229" tIns="47114" rIns="94229" bIns="47114" rtlCol="0"/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6" name="Marcador de posición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746119"/>
            <a:ext cx="4068339" cy="356356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l">
              <a:defRPr sz="1200"/>
            </a:lvl1pPr>
          </a:lstStyle>
          <a:p>
            <a:pPr rtl="0"/>
            <a:endParaRPr lang="es-ES" noProof="0"/>
          </a:p>
        </p:txBody>
      </p:sp>
      <p:sp>
        <p:nvSpPr>
          <p:cNvPr id="7" name="Marcador de posición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5317963" y="6746119"/>
            <a:ext cx="4068339" cy="356356"/>
          </a:xfrm>
          <a:prstGeom prst="rect">
            <a:avLst/>
          </a:prstGeom>
        </p:spPr>
        <p:txBody>
          <a:bodyPr vert="horz" lIns="94229" tIns="47114" rIns="94229" bIns="47114" rtlCol="0" anchor="b"/>
          <a:lstStyle>
            <a:lvl1pPr algn="r">
              <a:defRPr sz="1200"/>
            </a:lvl1pPr>
          </a:lstStyle>
          <a:p>
            <a:pPr rtl="0"/>
            <a:fld id="{4CBCEA92-F142-4D57-B507-37BDAF44710C}" type="slidenum">
              <a:rPr lang="es-ES" noProof="0" smtClean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402020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://www.nealanalytics.com/templates/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hyperlink" Target="http://www.nealanalytics.com/templates/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LANK: sin barra superior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/>
          <p:cNvSpPr/>
          <p:nvPr userDrawn="1"/>
        </p:nvSpPr>
        <p:spPr>
          <a:xfrm>
            <a:off x="0" y="0"/>
            <a:ext cx="12192000" cy="1225485"/>
          </a:xfrm>
          <a:prstGeom prst="rect">
            <a:avLst/>
          </a:prstGeom>
          <a:solidFill>
            <a:srgbClr val="0074A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 dirty="0"/>
          </a:p>
        </p:txBody>
      </p:sp>
    </p:spTree>
    <p:extLst>
      <p:ext uri="{BB962C8B-B14F-4D97-AF65-F5344CB8AC3E}">
        <p14:creationId xmlns:p14="http://schemas.microsoft.com/office/powerpoint/2010/main" val="13080636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BA73233B-0705-4E94-AE39-0FCF7FAB804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  <p:sp>
        <p:nvSpPr>
          <p:cNvPr id="6" name="Marcador de número de diapositiva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5AE1514C-5E56-4738-A1FF-4B1CFD2A3E36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9" name="Cuadro de texto 8">
            <a:hlinkClick r:id="rId3"/>
            <a:extLst>
              <a:ext uri="{FF2B5EF4-FFF2-40B4-BE49-F238E27FC236}">
                <a16:creationId xmlns:a16="http://schemas.microsoft.com/office/drawing/2014/main" id="{011B0CED-3A92-43B0-A3DE-C37B6408D9DB}"/>
              </a:ext>
            </a:extLst>
          </p:cNvPr>
          <p:cNvSpPr txBox="1"/>
          <p:nvPr userDrawn="1"/>
        </p:nvSpPr>
        <p:spPr>
          <a:xfrm>
            <a:off x="329642" y="4267687"/>
            <a:ext cx="3175558" cy="329343"/>
          </a:xfrm>
          <a:prstGeom prst="roundRect">
            <a:avLst>
              <a:gd name="adj" fmla="val 50000"/>
            </a:avLst>
          </a:prstGeom>
          <a:solidFill>
            <a:srgbClr val="00B0F0"/>
          </a:solidFill>
          <a:ln w="19050">
            <a:solidFill>
              <a:schemeClr val="tx1"/>
            </a:solidFill>
          </a:ln>
        </p:spPr>
        <p:txBody>
          <a:bodyPr wrap="square" lIns="0" rIns="0" rtlCol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000" b="0" i="0" u="none" strike="noStrike" kern="0" cap="none" spc="0" normalizeH="0" noProof="0" dirty="0">
                <a:ln>
                  <a:noFill/>
                </a:ln>
                <a:effectLst/>
                <a:uLnTx/>
                <a:uFillTx/>
              </a:rPr>
              <a:t>Neal Creative  | haga clic y obtenga</a:t>
            </a:r>
            <a:r>
              <a:rPr lang="es-ES" sz="1000" b="1" i="0" u="none" strike="noStrike" kern="0" cap="none" spc="0" normalizeH="0" noProof="0" dirty="0">
                <a:ln>
                  <a:noFill/>
                </a:ln>
                <a:effectLst/>
                <a:uLnTx/>
                <a:uFillTx/>
              </a:rPr>
              <a:t> más información</a:t>
            </a:r>
          </a:p>
        </p:txBody>
      </p:sp>
      <p:sp>
        <p:nvSpPr>
          <p:cNvPr id="10" name="Cuadro de texto 9">
            <a:extLst>
              <a:ext uri="{FF2B5EF4-FFF2-40B4-BE49-F238E27FC236}">
                <a16:creationId xmlns:a16="http://schemas.microsoft.com/office/drawing/2014/main" id="{0BEF3013-858C-4FFF-B19A-1F10A879C4E8}"/>
              </a:ext>
            </a:extLst>
          </p:cNvPr>
          <p:cNvSpPr txBox="1"/>
          <p:nvPr userDrawn="1"/>
        </p:nvSpPr>
        <p:spPr>
          <a:xfrm>
            <a:off x="177800" y="6435060"/>
            <a:ext cx="10502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es-ES" sz="1000" noProof="0">
                <a:solidFill>
                  <a:schemeClr val="bg1">
                    <a:lumMod val="75000"/>
                  </a:schemeClr>
                </a:solidFill>
              </a:rPr>
              <a:t>Neal Creative </a:t>
            </a:r>
            <a:r>
              <a:rPr lang="es-ES" sz="1000" baseline="30000" noProof="0">
                <a:solidFill>
                  <a:schemeClr val="bg1">
                    <a:lumMod val="75000"/>
                  </a:schemeClr>
                </a:solidFill>
              </a:rPr>
              <a:t>©</a:t>
            </a:r>
          </a:p>
        </p:txBody>
      </p:sp>
    </p:spTree>
    <p:extLst>
      <p:ext uri="{BB962C8B-B14F-4D97-AF65-F5344CB8AC3E}">
        <p14:creationId xmlns:p14="http://schemas.microsoft.com/office/powerpoint/2010/main" val="22215384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número de diapositiva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5AE1514C-5E56-4738-A1FF-4B1CFD2A3E36}" type="slidenum">
              <a:rPr lang="es-ES" noProof="0" smtClean="0"/>
              <a:t>‹Nº›</a:t>
            </a:fld>
            <a:endParaRPr lang="es-ES" noProof="0"/>
          </a:p>
        </p:txBody>
      </p:sp>
      <p:sp>
        <p:nvSpPr>
          <p:cNvPr id="5" name="Rectángulo 4"/>
          <p:cNvSpPr/>
          <p:nvPr userDrawn="1"/>
        </p:nvSpPr>
        <p:spPr>
          <a:xfrm>
            <a:off x="0" y="0"/>
            <a:ext cx="12192000" cy="11480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32757476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: sin barra superi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/>
          <p:cNvSpPr/>
          <p:nvPr userDrawn="1"/>
        </p:nvSpPr>
        <p:spPr>
          <a:xfrm>
            <a:off x="0" y="0"/>
            <a:ext cx="12192000" cy="122548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es-ES" noProof="0"/>
          </a:p>
        </p:txBody>
      </p:sp>
      <p:sp>
        <p:nvSpPr>
          <p:cNvPr id="4" name="Cuadro de texto 3">
            <a:hlinkClick r:id="rId2"/>
          </p:cNvPr>
          <p:cNvSpPr txBox="1"/>
          <p:nvPr userDrawn="1"/>
        </p:nvSpPr>
        <p:spPr>
          <a:xfrm>
            <a:off x="9524236" y="6316156"/>
            <a:ext cx="2426464" cy="367873"/>
          </a:xfrm>
          <a:prstGeom prst="roundRect">
            <a:avLst>
              <a:gd name="adj" fmla="val 50000"/>
            </a:avLst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pPr algn="ctr" rtl="0"/>
            <a:r>
              <a:rPr lang="es-ES" sz="1100" noProof="0">
                <a:solidFill>
                  <a:schemeClr val="bg1"/>
                </a:solidFill>
              </a:rPr>
              <a:t>Neal Creative | </a:t>
            </a:r>
            <a:r>
              <a:rPr lang="es-ES" sz="1100" b="1" noProof="0">
                <a:solidFill>
                  <a:schemeClr val="bg1"/>
                </a:solidFill>
              </a:rPr>
              <a:t>Más información</a:t>
            </a:r>
          </a:p>
        </p:txBody>
      </p:sp>
      <p:sp>
        <p:nvSpPr>
          <p:cNvPr id="5" name="Cuadro de texto 4">
            <a:extLst>
              <a:ext uri="{FF2B5EF4-FFF2-40B4-BE49-F238E27FC236}">
                <a16:creationId xmlns:a16="http://schemas.microsoft.com/office/drawing/2014/main" id="{FB34A05A-4AD6-4BC6-B6EA-314331190DB2}"/>
              </a:ext>
            </a:extLst>
          </p:cNvPr>
          <p:cNvSpPr txBox="1"/>
          <p:nvPr userDrawn="1"/>
        </p:nvSpPr>
        <p:spPr>
          <a:xfrm>
            <a:off x="177800" y="6435060"/>
            <a:ext cx="105028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rtl="0"/>
            <a:r>
              <a:rPr lang="es-ES" sz="1000" noProof="0">
                <a:solidFill>
                  <a:schemeClr val="bg1">
                    <a:lumMod val="75000"/>
                  </a:schemeClr>
                </a:solidFill>
              </a:rPr>
              <a:t>Neal Creative </a:t>
            </a:r>
            <a:r>
              <a:rPr lang="es-ES" sz="1000" baseline="30000" noProof="0">
                <a:solidFill>
                  <a:schemeClr val="bg1">
                    <a:lumMod val="75000"/>
                  </a:schemeClr>
                </a:solidFill>
              </a:rPr>
              <a:t>©</a:t>
            </a:r>
          </a:p>
        </p:txBody>
      </p:sp>
    </p:spTree>
    <p:extLst>
      <p:ext uri="{BB962C8B-B14F-4D97-AF65-F5344CB8AC3E}">
        <p14:creationId xmlns:p14="http://schemas.microsoft.com/office/powerpoint/2010/main" val="3226279044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ángulo 7"/>
          <p:cNvSpPr/>
          <p:nvPr userDrawn="1"/>
        </p:nvSpPr>
        <p:spPr>
          <a:xfrm>
            <a:off x="0" y="0"/>
            <a:ext cx="12192000" cy="1050758"/>
          </a:xfrm>
          <a:prstGeom prst="rect">
            <a:avLst/>
          </a:prstGeom>
        </p:spPr>
        <p:txBody>
          <a:bodyPr vert="horz" lIns="457200" tIns="45720" rIns="457200" bIns="45720" rtlCol="0" anchor="ctr">
            <a:noAutofit/>
          </a:bodyPr>
          <a:lstStyle/>
          <a:p>
            <a:pPr lvl="0" algn="ctr" rtl="0">
              <a:lnSpc>
                <a:spcPct val="90000"/>
              </a:lnSpc>
              <a:spcBef>
                <a:spcPct val="0"/>
              </a:spcBef>
              <a:buNone/>
              <a:tabLst>
                <a:tab pos="10579100" algn="l"/>
              </a:tabLst>
            </a:pPr>
            <a:endParaRPr lang="es-ES" sz="3400" b="0" i="0" spc="160" baseline="0" noProof="0">
              <a:gradFill>
                <a:gsLst>
                  <a:gs pos="0">
                    <a:schemeClr val="tx2"/>
                  </a:gs>
                  <a:gs pos="100000">
                    <a:schemeClr val="tx2"/>
                  </a:gs>
                </a:gsLst>
                <a:lin ang="5400000" scaled="1"/>
              </a:gradFill>
              <a:latin typeface="Segoe UI Semibold" panose="020B0702040204020203" pitchFamily="34" charset="0"/>
              <a:ea typeface="+mj-ea"/>
              <a:cs typeface="Segoe UI Semibold" panose="020B0702040204020203" pitchFamily="34" charset="0"/>
            </a:endParaRPr>
          </a:p>
        </p:txBody>
      </p:sp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1050758"/>
          </a:xfrm>
          <a:prstGeom prst="rect">
            <a:avLst/>
          </a:prstGeom>
        </p:spPr>
        <p:txBody>
          <a:bodyPr vert="horz" lIns="457200" tIns="45720" rIns="457200" bIns="45720" rtlCol="0" anchor="ctr">
            <a:noAutofit/>
          </a:bodyPr>
          <a:lstStyle/>
          <a:p>
            <a:pPr lvl="0"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tabLst>
                <a:tab pos="10579100" algn="l"/>
              </a:tabLst>
            </a:pPr>
            <a:r>
              <a:rPr lang="es-ES" noProof="0"/>
              <a:t>Haga clic para modificar el estilo de título del patrón</a:t>
            </a:r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0" y="1275347"/>
            <a:ext cx="12192000" cy="1949765"/>
          </a:xfrm>
          <a:prstGeom prst="rect">
            <a:avLst/>
          </a:prstGeom>
        </p:spPr>
        <p:txBody>
          <a:bodyPr vert="horz" lIns="457200" tIns="45720" rIns="457200" bIns="45720" rtlCol="0">
            <a:spAutoFit/>
          </a:bodyPr>
          <a:lstStyle/>
          <a:p>
            <a:pPr lvl="0" rtl="0"/>
            <a:r>
              <a:rPr lang="es-ES" noProof="0"/>
              <a:t>Editar estilos de texto del patrón</a:t>
            </a:r>
          </a:p>
          <a:p>
            <a:pPr lvl="1" rtl="0"/>
            <a:r>
              <a:rPr lang="es-ES" noProof="0"/>
              <a:t>Segundo nivel</a:t>
            </a:r>
          </a:p>
          <a:p>
            <a:pPr lvl="2" rtl="0"/>
            <a:r>
              <a:rPr lang="es-ES" noProof="0"/>
              <a:t>Tercer nivel</a:t>
            </a:r>
          </a:p>
          <a:p>
            <a:pPr lvl="3" rtl="0"/>
            <a:r>
              <a:rPr lang="es-ES" noProof="0"/>
              <a:t>Cuarto nivel</a:t>
            </a:r>
          </a:p>
          <a:p>
            <a:pPr lvl="4" rtl="0"/>
            <a:r>
              <a:rPr lang="es-ES" noProof="0"/>
              <a:t>Quinto nivel</a:t>
            </a:r>
          </a:p>
        </p:txBody>
      </p:sp>
      <p:sp>
        <p:nvSpPr>
          <p:cNvPr id="6" name="Marcador de número de diapositiva 5"/>
          <p:cNvSpPr>
            <a:spLocks noGrp="1"/>
          </p:cNvSpPr>
          <p:nvPr>
            <p:ph type="sldNum" sz="quarter" idx="4"/>
          </p:nvPr>
        </p:nvSpPr>
        <p:spPr>
          <a:xfrm>
            <a:off x="9188115" y="631615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pPr rtl="0"/>
            <a:fld id="{5AE1514C-5E56-4738-A1FF-4B1CFD2A3E36}" type="slidenum">
              <a:rPr lang="es-ES" noProof="0" smtClean="0"/>
              <a:pPr rtl="0"/>
              <a:t>‹Nº›</a:t>
            </a:fld>
            <a:endParaRPr lang="es-ES" noProof="0"/>
          </a:p>
        </p:txBody>
      </p:sp>
    </p:spTree>
    <p:extLst>
      <p:ext uri="{BB962C8B-B14F-4D97-AF65-F5344CB8AC3E}">
        <p14:creationId xmlns:p14="http://schemas.microsoft.com/office/powerpoint/2010/main" val="1071799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6" r:id="rId3"/>
    <p:sldLayoutId id="2147483679" r:id="rId4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tabLst>
          <a:tab pos="10579100" algn="l"/>
        </a:tabLst>
        <a:defRPr lang="en-US" sz="3400" b="0" i="0" kern="1200" spc="160" baseline="0" dirty="0">
          <a:gradFill>
            <a:gsLst>
              <a:gs pos="0">
                <a:schemeClr val="tx2"/>
              </a:gs>
              <a:gs pos="100000">
                <a:schemeClr val="tx2"/>
              </a:gs>
            </a:gsLst>
            <a:lin ang="5400000" scaled="1"/>
          </a:gradFill>
          <a:latin typeface="Segoe UI Semibold" panose="020B0702040204020203" pitchFamily="34" charset="0"/>
          <a:ea typeface="+mj-ea"/>
          <a:cs typeface="Segoe UI Semibold" panose="020B0702040204020203" pitchFamily="34" charset="0"/>
        </a:defRPr>
      </a:lvl1pPr>
    </p:titleStyle>
    <p:bodyStyle>
      <a:lvl1pPr marL="0" indent="0" algn="ctr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tx1">
              <a:lumMod val="85000"/>
              <a:lumOff val="15000"/>
            </a:schemeClr>
          </a:solidFill>
          <a:latin typeface="+mj-lt"/>
          <a:ea typeface="+mn-ea"/>
          <a:cs typeface="+mn-cs"/>
        </a:defRPr>
      </a:lvl1pPr>
      <a:lvl2pPr marL="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kern="1200">
          <a:solidFill>
            <a:schemeClr val="tx2"/>
          </a:solidFill>
          <a:latin typeface="+mj-lt"/>
          <a:ea typeface="+mn-ea"/>
          <a:cs typeface="+mn-cs"/>
        </a:defRPr>
      </a:lvl2pPr>
      <a:lvl3pPr marL="0" indent="0" algn="ctr" defTabSz="914400" rtl="0" eaLnBrk="1" latinLnBrk="0" hangingPunct="1">
        <a:lnSpc>
          <a:spcPct val="90000"/>
        </a:lnSpc>
        <a:spcBef>
          <a:spcPts val="1200"/>
        </a:spcBef>
        <a:spcAft>
          <a:spcPts val="1200"/>
        </a:spcAft>
        <a:buFont typeface="Arial" panose="020B0604020202020204" pitchFamily="34" charset="0"/>
        <a:buNone/>
        <a:defRPr sz="2000" b="1" kern="1200">
          <a:solidFill>
            <a:schemeClr val="tx2"/>
          </a:solidFill>
          <a:latin typeface="+mn-lt"/>
          <a:ea typeface="+mn-ea"/>
          <a:cs typeface="+mn-cs"/>
        </a:defRPr>
      </a:lvl3pPr>
      <a:lvl4pPr marL="0" indent="0" algn="ctr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0" indent="0" algn="ctr" defTabSz="914400" rtl="0" eaLnBrk="1" latinLnBrk="0" hangingPunct="1">
        <a:lnSpc>
          <a:spcPct val="90000"/>
        </a:lnSpc>
        <a:spcBef>
          <a:spcPts val="500"/>
        </a:spcBef>
        <a:spcAft>
          <a:spcPts val="1200"/>
        </a:spcAft>
        <a:buFont typeface="Arial" panose="020B0604020202020204" pitchFamily="34" charset="0"/>
        <a:buNone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ángulo 2">
            <a:extLst>
              <a:ext uri="{FF2B5EF4-FFF2-40B4-BE49-F238E27FC236}">
                <a16:creationId xmlns:a16="http://schemas.microsoft.com/office/drawing/2014/main" id="{DC45298E-18BC-60AF-9B07-2BD250AB3191}"/>
              </a:ext>
            </a:extLst>
          </p:cNvPr>
          <p:cNvSpPr/>
          <p:nvPr/>
        </p:nvSpPr>
        <p:spPr>
          <a:xfrm>
            <a:off x="0" y="4555222"/>
            <a:ext cx="12192000" cy="2302778"/>
          </a:xfrm>
          <a:prstGeom prst="rect">
            <a:avLst/>
          </a:prstGeom>
          <a:solidFill>
            <a:srgbClr val="F2E6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 dirty="0">
              <a:solidFill>
                <a:srgbClr val="F2E6FA"/>
              </a:solidFill>
            </a:endParaRPr>
          </a:p>
        </p:txBody>
      </p:sp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4888FF20-B131-B23D-93FB-8654958281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88115" y="6316156"/>
            <a:ext cx="2743200" cy="365125"/>
          </a:xfrm>
        </p:spPr>
        <p:txBody>
          <a:bodyPr anchor="ctr">
            <a:normAutofit/>
          </a:bodyPr>
          <a:lstStyle/>
          <a:p>
            <a:pPr rtl="0">
              <a:spcAft>
                <a:spcPts val="600"/>
              </a:spcAft>
            </a:pPr>
            <a:fld id="{5AE1514C-5E56-4738-A1FF-4B1CFD2A3E36}" type="slidenum">
              <a:rPr lang="es-ES" noProof="0" smtClean="0">
                <a:solidFill>
                  <a:schemeClr val="bg1">
                    <a:lumMod val="85000"/>
                  </a:schemeClr>
                </a:solidFill>
              </a:rPr>
              <a:pPr rtl="0">
                <a:spcAft>
                  <a:spcPts val="600"/>
                </a:spcAft>
              </a:pPr>
              <a:t>1</a:t>
            </a:fld>
            <a:endParaRPr lang="es-ES" noProof="0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7" name="Cuadro de texto 1">
            <a:extLst>
              <a:ext uri="{FF2B5EF4-FFF2-40B4-BE49-F238E27FC236}">
                <a16:creationId xmlns:a16="http://schemas.microsoft.com/office/drawing/2014/main" id="{7EC4AE1F-8D15-EADF-65D6-E3824FAB69A1}"/>
              </a:ext>
            </a:extLst>
          </p:cNvPr>
          <p:cNvSpPr txBox="1"/>
          <p:nvPr/>
        </p:nvSpPr>
        <p:spPr>
          <a:xfrm>
            <a:off x="790406" y="2494508"/>
            <a:ext cx="10611187" cy="9818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4000" b="1" i="0" u="none" strike="noStrike" kern="1200" cap="none" spc="-20" normalizeH="0" dirty="0">
                <a:ln>
                  <a:noFill/>
                </a:ln>
                <a:solidFill>
                  <a:srgbClr val="D50D97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Resultados Prueba Técnica</a:t>
            </a:r>
          </a:p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2800" b="1" i="0" u="none" strike="noStrike" kern="1200" cap="none" spc="-20" normalizeH="0" dirty="0">
                <a:ln>
                  <a:noFill/>
                </a:ln>
                <a:solidFill>
                  <a:srgbClr val="D50D97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Científico de Datos de </a:t>
            </a:r>
            <a:r>
              <a:rPr lang="es-ES" sz="2800" b="1" i="0" u="none" strike="noStrike" kern="1200" cap="none" spc="-20" normalizeH="0" dirty="0" err="1">
                <a:ln>
                  <a:noFill/>
                </a:ln>
                <a:solidFill>
                  <a:srgbClr val="D50D97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Compliance</a:t>
            </a:r>
            <a:r>
              <a:rPr lang="es-ES" sz="2800" b="1" i="0" u="none" strike="noStrike" kern="1200" cap="none" spc="-20" normalizeH="0" dirty="0">
                <a:ln>
                  <a:noFill/>
                </a:ln>
                <a:solidFill>
                  <a:srgbClr val="D50D97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 y Riesgos</a:t>
            </a:r>
          </a:p>
        </p:txBody>
      </p:sp>
      <p:sp>
        <p:nvSpPr>
          <p:cNvPr id="11" name="Rectángulo 10">
            <a:extLst>
              <a:ext uri="{FF2B5EF4-FFF2-40B4-BE49-F238E27FC236}">
                <a16:creationId xmlns:a16="http://schemas.microsoft.com/office/drawing/2014/main" id="{082BC97E-E471-B157-1698-DF8ADE25AA21}"/>
              </a:ext>
            </a:extLst>
          </p:cNvPr>
          <p:cNvSpPr/>
          <p:nvPr/>
        </p:nvSpPr>
        <p:spPr>
          <a:xfrm>
            <a:off x="7199964" y="367258"/>
            <a:ext cx="4484035" cy="599639"/>
          </a:xfrm>
          <a:prstGeom prst="rect">
            <a:avLst/>
          </a:prstGeom>
          <a:solidFill>
            <a:srgbClr val="F2E6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2" name="Rectángulo 11">
            <a:extLst>
              <a:ext uri="{FF2B5EF4-FFF2-40B4-BE49-F238E27FC236}">
                <a16:creationId xmlns:a16="http://schemas.microsoft.com/office/drawing/2014/main" id="{B422CDDE-D38F-5983-4DB5-4B250A04D441}"/>
              </a:ext>
            </a:extLst>
          </p:cNvPr>
          <p:cNvSpPr/>
          <p:nvPr/>
        </p:nvSpPr>
        <p:spPr>
          <a:xfrm>
            <a:off x="7447280" y="519776"/>
            <a:ext cx="4484035" cy="792557"/>
          </a:xfrm>
          <a:prstGeom prst="rect">
            <a:avLst/>
          </a:prstGeom>
          <a:solidFill>
            <a:srgbClr val="E6CEF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/>
          </a:p>
        </p:txBody>
      </p:sp>
      <p:sp>
        <p:nvSpPr>
          <p:cNvPr id="10" name="CuadroTexto 9">
            <a:extLst>
              <a:ext uri="{FF2B5EF4-FFF2-40B4-BE49-F238E27FC236}">
                <a16:creationId xmlns:a16="http://schemas.microsoft.com/office/drawing/2014/main" id="{F3707B70-8ED3-F26B-FCEC-D9277368FE0E}"/>
              </a:ext>
            </a:extLst>
          </p:cNvPr>
          <p:cNvSpPr txBox="1"/>
          <p:nvPr/>
        </p:nvSpPr>
        <p:spPr>
          <a:xfrm>
            <a:off x="7504897" y="584309"/>
            <a:ext cx="43688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i="1" u="none" strike="noStrike" kern="1200" cap="none" spc="0" normalizeH="0" dirty="0">
                <a:ln>
                  <a:noFill/>
                </a:ln>
                <a:effectLst/>
                <a:uLnTx/>
                <a:uFillTx/>
                <a:latin typeface="Segoe UI"/>
                <a:ea typeface="+mn-ea"/>
                <a:cs typeface="+mn-cs"/>
              </a:rPr>
              <a:t>“La analítica para la gestión integral de riesgos permite anticipar eventos críticos, optimizar decisiones y fortalecer la sostenibilidad del negocio”</a:t>
            </a:r>
          </a:p>
        </p:txBody>
      </p:sp>
      <p:sp>
        <p:nvSpPr>
          <p:cNvPr id="13" name="Cuadro de texto 1">
            <a:extLst>
              <a:ext uri="{FF2B5EF4-FFF2-40B4-BE49-F238E27FC236}">
                <a16:creationId xmlns:a16="http://schemas.microsoft.com/office/drawing/2014/main" id="{9B9B6C19-FD9D-9C8F-678F-DB650DBB9D95}"/>
              </a:ext>
            </a:extLst>
          </p:cNvPr>
          <p:cNvSpPr txBox="1"/>
          <p:nvPr/>
        </p:nvSpPr>
        <p:spPr>
          <a:xfrm>
            <a:off x="790405" y="6415445"/>
            <a:ext cx="10611187" cy="2754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400" b="1" i="0" u="none" strike="noStrike" kern="1200" cap="none" spc="-20" normalizeH="0" dirty="0">
                <a:ln>
                  <a:noFill/>
                </a:ln>
                <a:solidFill>
                  <a:srgbClr val="D50D97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Jean Pierre Londoño González</a:t>
            </a:r>
          </a:p>
        </p:txBody>
      </p:sp>
      <p:pic>
        <p:nvPicPr>
          <p:cNvPr id="1026" name="Picture 2" descr="RECARGA NEQUI COLOMBIA">
            <a:extLst>
              <a:ext uri="{FF2B5EF4-FFF2-40B4-BE49-F238E27FC236}">
                <a16:creationId xmlns:a16="http://schemas.microsoft.com/office/drawing/2014/main" id="{DE403850-690C-2FA2-42D3-7A3F6AFC49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431287" cy="1431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903424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4FFCA511-2150-0661-5742-8D2C9CAB77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AE1514C-5E56-4738-A1FF-4B1CFD2A3E36}" type="slidenum">
              <a:rPr lang="es-ES" noProof="0" smtClean="0"/>
              <a:t>2</a:t>
            </a:fld>
            <a:endParaRPr lang="es-ES" noProof="0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FA9EE949-3CA6-7F2A-CCB5-D1E34E5B91E8}"/>
              </a:ext>
            </a:extLst>
          </p:cNvPr>
          <p:cNvSpPr/>
          <p:nvPr/>
        </p:nvSpPr>
        <p:spPr>
          <a:xfrm>
            <a:off x="177623" y="119490"/>
            <a:ext cx="11828110" cy="1116644"/>
          </a:xfrm>
          <a:prstGeom prst="rect">
            <a:avLst/>
          </a:prstGeom>
          <a:solidFill>
            <a:srgbClr val="F2E6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solidFill>
                <a:srgbClr val="E6CEF6"/>
              </a:solidFill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8ACF5419-00D3-6DF2-8F11-D8288C85CCB5}"/>
              </a:ext>
            </a:extLst>
          </p:cNvPr>
          <p:cNvSpPr txBox="1"/>
          <p:nvPr/>
        </p:nvSpPr>
        <p:spPr>
          <a:xfrm>
            <a:off x="186267" y="474679"/>
            <a:ext cx="10794999" cy="406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2400" b="1" i="0" u="none" strike="noStrike" kern="1200" cap="none" spc="-20" normalizeH="0" dirty="0">
                <a:ln>
                  <a:noFill/>
                </a:ln>
                <a:solidFill>
                  <a:srgbClr val="D50D97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ARQUITECTURA ANALÍTICA PARA GESTIÓN INTEGRAL DE RIESGOS</a:t>
            </a:r>
          </a:p>
        </p:txBody>
      </p:sp>
      <p:pic>
        <p:nvPicPr>
          <p:cNvPr id="4" name="Picture 2" descr="RECARGA NEQUI COLOMBIA">
            <a:extLst>
              <a:ext uri="{FF2B5EF4-FFF2-40B4-BE49-F238E27FC236}">
                <a16:creationId xmlns:a16="http://schemas.microsoft.com/office/drawing/2014/main" id="{6851FB60-2E81-6C04-98F1-3D7B52D8B1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0712" y="0"/>
            <a:ext cx="1431287" cy="1431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CCC20968-C3F5-9635-B3E2-BEEEA16AC3CB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  <a:alphaModFix amt="70000"/>
          </a:blip>
          <a:stretch>
            <a:fillRect/>
          </a:stretch>
        </p:blipFill>
        <p:spPr>
          <a:xfrm>
            <a:off x="10981267" y="0"/>
            <a:ext cx="1210731" cy="1938867"/>
          </a:xfrm>
          <a:prstGeom prst="rect">
            <a:avLst/>
          </a:prstGeom>
        </p:spPr>
      </p:pic>
      <p:pic>
        <p:nvPicPr>
          <p:cNvPr id="12" name="Imagen 11" descr="Interfaz de usuario gráfica, Diagrama, Aplicación&#10;&#10;El contenido generado por IA puede ser incorrecto.">
            <a:extLst>
              <a:ext uri="{FF2B5EF4-FFF2-40B4-BE49-F238E27FC236}">
                <a16:creationId xmlns:a16="http://schemas.microsoft.com/office/drawing/2014/main" id="{E10696BB-5729-8F84-A214-D340E67AD2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85480" y="1273112"/>
            <a:ext cx="8494289" cy="5396372"/>
          </a:xfrm>
          <a:prstGeom prst="rect">
            <a:avLst/>
          </a:prstGeom>
        </p:spPr>
      </p:pic>
      <p:pic>
        <p:nvPicPr>
          <p:cNvPr id="13" name="Imagen 12">
            <a:extLst>
              <a:ext uri="{FF2B5EF4-FFF2-40B4-BE49-F238E27FC236}">
                <a16:creationId xmlns:a16="http://schemas.microsoft.com/office/drawing/2014/main" id="{8E953323-2C4D-A3DB-163C-602A077E24F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50263" b="51232"/>
          <a:stretch>
            <a:fillRect/>
          </a:stretch>
        </p:blipFill>
        <p:spPr>
          <a:xfrm>
            <a:off x="587074" y="1431287"/>
            <a:ext cx="2086177" cy="1116644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A7118D90-8A4F-0C71-F45B-31DEFA4629E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0263" b="51232"/>
          <a:stretch>
            <a:fillRect/>
          </a:stretch>
        </p:blipFill>
        <p:spPr>
          <a:xfrm>
            <a:off x="570140" y="2705415"/>
            <a:ext cx="2086177" cy="1116644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84BFB8E9-810A-7640-959F-AC4D402813A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1024" t="50801"/>
          <a:stretch>
            <a:fillRect/>
          </a:stretch>
        </p:blipFill>
        <p:spPr>
          <a:xfrm>
            <a:off x="604008" y="5244498"/>
            <a:ext cx="2054240" cy="1126498"/>
          </a:xfrm>
          <a:prstGeom prst="rect">
            <a:avLst/>
          </a:prstGeom>
        </p:spPr>
      </p:pic>
      <p:pic>
        <p:nvPicPr>
          <p:cNvPr id="16" name="Imagen 15">
            <a:extLst>
              <a:ext uri="{FF2B5EF4-FFF2-40B4-BE49-F238E27FC236}">
                <a16:creationId xmlns:a16="http://schemas.microsoft.com/office/drawing/2014/main" id="{45B32AC7-6724-D2AF-E192-E3B87F0ABC95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50802" r="50264" b="-1"/>
          <a:stretch>
            <a:fillRect/>
          </a:stretch>
        </p:blipFill>
        <p:spPr>
          <a:xfrm>
            <a:off x="587074" y="3971298"/>
            <a:ext cx="2086177" cy="1126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044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47D3E-57F8-895A-6569-3F2144CCE4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705A6F2D-9826-0A46-39D0-BB89B49797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AE1514C-5E56-4738-A1FF-4B1CFD2A3E36}" type="slidenum">
              <a:rPr lang="es-ES" noProof="0" smtClean="0"/>
              <a:t>3</a:t>
            </a:fld>
            <a:endParaRPr lang="es-ES" noProof="0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60EBCA5A-504B-1CD6-8AC3-4AEBFA80BF1C}"/>
              </a:ext>
            </a:extLst>
          </p:cNvPr>
          <p:cNvSpPr/>
          <p:nvPr/>
        </p:nvSpPr>
        <p:spPr>
          <a:xfrm>
            <a:off x="177623" y="119490"/>
            <a:ext cx="11828110" cy="1116644"/>
          </a:xfrm>
          <a:prstGeom prst="rect">
            <a:avLst/>
          </a:prstGeom>
          <a:solidFill>
            <a:srgbClr val="F2E6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solidFill>
                <a:srgbClr val="E6CEF6"/>
              </a:solidFill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EE633B75-8DAD-CB81-A76C-7A14DE912355}"/>
              </a:ext>
            </a:extLst>
          </p:cNvPr>
          <p:cNvSpPr txBox="1"/>
          <p:nvPr/>
        </p:nvSpPr>
        <p:spPr>
          <a:xfrm>
            <a:off x="186267" y="474679"/>
            <a:ext cx="10794999" cy="406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2400" b="1" i="0" u="none" strike="noStrike" kern="1200" cap="none" spc="-20" normalizeH="0" dirty="0">
                <a:ln>
                  <a:noFill/>
                </a:ln>
                <a:solidFill>
                  <a:srgbClr val="D50D97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MATRIZ DE RIESGO - ML SUPERVISADO</a:t>
            </a:r>
          </a:p>
        </p:txBody>
      </p:sp>
      <p:pic>
        <p:nvPicPr>
          <p:cNvPr id="4" name="Picture 2" descr="RECARGA NEQUI COLOMBIA">
            <a:extLst>
              <a:ext uri="{FF2B5EF4-FFF2-40B4-BE49-F238E27FC236}">
                <a16:creationId xmlns:a16="http://schemas.microsoft.com/office/drawing/2014/main" id="{26C3477C-D4C3-9872-5D75-B706B14AEF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0712" y="0"/>
            <a:ext cx="1431287" cy="1431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3F9EE34E-C588-97E1-97D6-3668DCC4043F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  <a:alphaModFix amt="70000"/>
          </a:blip>
          <a:stretch>
            <a:fillRect/>
          </a:stretch>
        </p:blipFill>
        <p:spPr>
          <a:xfrm>
            <a:off x="10981267" y="0"/>
            <a:ext cx="1210731" cy="193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03373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DF9A8-24DE-0252-3B50-93F5BECDCF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42077C4C-52BD-A0DB-FC1A-9A5E425C0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AE1514C-5E56-4738-A1FF-4B1CFD2A3E36}" type="slidenum">
              <a:rPr lang="es-ES" noProof="0" smtClean="0"/>
              <a:t>4</a:t>
            </a:fld>
            <a:endParaRPr lang="es-ES" noProof="0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6B773ED9-F64E-AD99-7DD2-D5FE1B4E2920}"/>
              </a:ext>
            </a:extLst>
          </p:cNvPr>
          <p:cNvSpPr/>
          <p:nvPr/>
        </p:nvSpPr>
        <p:spPr>
          <a:xfrm>
            <a:off x="177623" y="119490"/>
            <a:ext cx="11828110" cy="1116644"/>
          </a:xfrm>
          <a:prstGeom prst="rect">
            <a:avLst/>
          </a:prstGeom>
          <a:solidFill>
            <a:srgbClr val="F2E6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solidFill>
                <a:srgbClr val="E6CEF6"/>
              </a:solidFill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6353EDAB-E3ED-F9C2-7093-AA5F8553F169}"/>
              </a:ext>
            </a:extLst>
          </p:cNvPr>
          <p:cNvSpPr txBox="1"/>
          <p:nvPr/>
        </p:nvSpPr>
        <p:spPr>
          <a:xfrm>
            <a:off x="186267" y="474679"/>
            <a:ext cx="10794999" cy="406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2400" b="1" spc="-20" dirty="0">
                <a:solidFill>
                  <a:srgbClr val="D50D97"/>
                </a:solidFill>
                <a:latin typeface="Segoe UI"/>
              </a:rPr>
              <a:t>OPTIMIZACIÓN BAJO RESTRICCIONES</a:t>
            </a:r>
            <a:endParaRPr lang="es-ES" sz="2400" b="1" i="0" u="none" strike="noStrike" kern="1200" cap="none" spc="-20" normalizeH="0" dirty="0">
              <a:ln>
                <a:noFill/>
              </a:ln>
              <a:solidFill>
                <a:srgbClr val="D50D97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4" name="Picture 2" descr="RECARGA NEQUI COLOMBIA">
            <a:extLst>
              <a:ext uri="{FF2B5EF4-FFF2-40B4-BE49-F238E27FC236}">
                <a16:creationId xmlns:a16="http://schemas.microsoft.com/office/drawing/2014/main" id="{29703BF9-980A-9B12-F59C-11B658016E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0712" y="0"/>
            <a:ext cx="1431287" cy="1431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858F23C3-4603-AEF4-2C48-DEAB5FFCCCB4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  <a:alphaModFix amt="70000"/>
          </a:blip>
          <a:stretch>
            <a:fillRect/>
          </a:stretch>
        </p:blipFill>
        <p:spPr>
          <a:xfrm>
            <a:off x="10981267" y="0"/>
            <a:ext cx="1210731" cy="193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09530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9186F-1933-963D-A2CF-D219B10846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12B7B6C0-D928-72E6-FC14-829D60B784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5AE1514C-5E56-4738-A1FF-4B1CFD2A3E36}" type="slidenum">
              <a:rPr lang="es-ES" noProof="0" smtClean="0"/>
              <a:t>5</a:t>
            </a:fld>
            <a:endParaRPr lang="es-ES" noProof="0"/>
          </a:p>
        </p:txBody>
      </p:sp>
      <p:sp>
        <p:nvSpPr>
          <p:cNvPr id="9" name="Rectángulo 8">
            <a:extLst>
              <a:ext uri="{FF2B5EF4-FFF2-40B4-BE49-F238E27FC236}">
                <a16:creationId xmlns:a16="http://schemas.microsoft.com/office/drawing/2014/main" id="{9BC5A3B9-3E67-00AC-BE97-195FD7EF240E}"/>
              </a:ext>
            </a:extLst>
          </p:cNvPr>
          <p:cNvSpPr/>
          <p:nvPr/>
        </p:nvSpPr>
        <p:spPr>
          <a:xfrm>
            <a:off x="177623" y="119490"/>
            <a:ext cx="11828110" cy="1116644"/>
          </a:xfrm>
          <a:prstGeom prst="rect">
            <a:avLst/>
          </a:prstGeom>
          <a:solidFill>
            <a:srgbClr val="F2E6F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O">
              <a:solidFill>
                <a:srgbClr val="E6CEF6"/>
              </a:solidFill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72D77489-65C2-512E-F3AD-CF18B8ADEA22}"/>
              </a:ext>
            </a:extLst>
          </p:cNvPr>
          <p:cNvSpPr txBox="1"/>
          <p:nvPr/>
        </p:nvSpPr>
        <p:spPr>
          <a:xfrm>
            <a:off x="186267" y="474679"/>
            <a:ext cx="10794999" cy="4062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2400" b="1" i="0" u="none" strike="noStrike" kern="1200" cap="none" spc="-20" normalizeH="0" dirty="0">
                <a:ln>
                  <a:noFill/>
                </a:ln>
                <a:solidFill>
                  <a:srgbClr val="D50D97"/>
                </a:solidFill>
                <a:effectLst/>
                <a:uLnTx/>
                <a:uFillTx/>
                <a:latin typeface="Segoe UI"/>
                <a:ea typeface="+mn-ea"/>
                <a:cs typeface="+mn-cs"/>
              </a:rPr>
              <a:t>ESCEN</a:t>
            </a:r>
            <a:r>
              <a:rPr lang="es-ES" sz="2400" b="1" spc="-20" dirty="0">
                <a:solidFill>
                  <a:srgbClr val="D50D97"/>
                </a:solidFill>
                <a:latin typeface="Segoe UI"/>
              </a:rPr>
              <a:t>ARIO – GOBERNANZA Y CONFLICTOS</a:t>
            </a:r>
            <a:endParaRPr lang="es-ES" sz="2400" b="1" i="0" u="none" strike="noStrike" kern="1200" cap="none" spc="-20" normalizeH="0" dirty="0">
              <a:ln>
                <a:noFill/>
              </a:ln>
              <a:solidFill>
                <a:srgbClr val="D50D97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pic>
        <p:nvPicPr>
          <p:cNvPr id="4" name="Picture 2" descr="RECARGA NEQUI COLOMBIA">
            <a:extLst>
              <a:ext uri="{FF2B5EF4-FFF2-40B4-BE49-F238E27FC236}">
                <a16:creationId xmlns:a16="http://schemas.microsoft.com/office/drawing/2014/main" id="{95A97B4C-49CE-09CA-991A-F6DC6DAF35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60712" y="0"/>
            <a:ext cx="1431287" cy="1431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n 2">
            <a:extLst>
              <a:ext uri="{FF2B5EF4-FFF2-40B4-BE49-F238E27FC236}">
                <a16:creationId xmlns:a16="http://schemas.microsoft.com/office/drawing/2014/main" id="{B5E62053-1A40-86BD-88B6-68D13991A735}"/>
              </a:ext>
            </a:extLst>
          </p:cNvPr>
          <p:cNvPicPr>
            <a:picLocks noChangeAspect="1"/>
          </p:cNvPicPr>
          <p:nvPr/>
        </p:nvPicPr>
        <p:blipFill>
          <a:blip r:embed="rId3">
            <a:lum bright="70000" contrast="-70000"/>
            <a:alphaModFix amt="70000"/>
          </a:blip>
          <a:stretch>
            <a:fillRect/>
          </a:stretch>
        </p:blipFill>
        <p:spPr>
          <a:xfrm>
            <a:off x="10981267" y="0"/>
            <a:ext cx="1210731" cy="1938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3258648"/>
      </p:ext>
    </p:extLst>
  </p:cSld>
  <p:clrMapOvr>
    <a:masterClrMapping/>
  </p:clrMapOvr>
</p:sld>
</file>

<file path=ppt/theme/theme1.xml><?xml version="1.0" encoding="utf-8"?>
<a:theme xmlns:a="http://schemas.openxmlformats.org/drawingml/2006/main" name="1_Muestra de gráficos inteligentes de Neal Creative">
  <a:themeElements>
    <a:clrScheme name="Neal Analytics 2">
      <a:dk1>
        <a:srgbClr val="000000"/>
      </a:dk1>
      <a:lt1>
        <a:srgbClr val="FFFFFF"/>
      </a:lt1>
      <a:dk2>
        <a:srgbClr val="0074AF"/>
      </a:dk2>
      <a:lt2>
        <a:srgbClr val="00B0F0"/>
      </a:lt2>
      <a:accent1>
        <a:srgbClr val="75D1FF"/>
      </a:accent1>
      <a:accent2>
        <a:srgbClr val="004568"/>
      </a:accent2>
      <a:accent3>
        <a:srgbClr val="92D050"/>
      </a:accent3>
      <a:accent4>
        <a:srgbClr val="FFC000"/>
      </a:accent4>
      <a:accent5>
        <a:srgbClr val="004568"/>
      </a:accent5>
      <a:accent6>
        <a:srgbClr val="0074AF"/>
      </a:accent6>
      <a:hlink>
        <a:srgbClr val="43C0FF"/>
      </a:hlink>
      <a:folHlink>
        <a:srgbClr val="75D1FF"/>
      </a:folHlink>
    </a:clrScheme>
    <a:fontScheme name="MICROSOFT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9284_TF55917490_Win32" id="{F2C8D705-B5BD-4722-88C3-137C56310FC0}" vid="{98843E38-E990-4B1B-9FCB-50195B92AE37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la oficin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1616</TotalTime>
  <Words>63</Words>
  <Application>Microsoft Office PowerPoint</Application>
  <PresentationFormat>Panorámica</PresentationFormat>
  <Paragraphs>13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11" baseType="lpstr">
      <vt:lpstr>Arial</vt:lpstr>
      <vt:lpstr>Calibri</vt:lpstr>
      <vt:lpstr>Segoe UI</vt:lpstr>
      <vt:lpstr>Segoe UI Light</vt:lpstr>
      <vt:lpstr>Segoe UI Semibold</vt:lpstr>
      <vt:lpstr>1_Muestra de gráficos inteligentes de Neal Creative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Jean  Pierre Londoño Gonzalez</dc:creator>
  <cp:keywords/>
  <dc:description/>
  <cp:lastModifiedBy>Jean  Pierre Londoño Gonzalez</cp:lastModifiedBy>
  <cp:revision>1</cp:revision>
  <dcterms:created xsi:type="dcterms:W3CDTF">2024-11-07T20:23:17Z</dcterms:created>
  <dcterms:modified xsi:type="dcterms:W3CDTF">2025-12-17T03:11:04Z</dcterms:modified>
  <cp:category/>
</cp:coreProperties>
</file>